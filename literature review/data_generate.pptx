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1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65835" y="1177925"/>
          <a:ext cx="10543540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5885"/>
                <a:gridCol w="3093720"/>
                <a:gridCol w="2178050"/>
                <a:gridCol w="263588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Starlink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TLE and real satellites location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OneWeb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TLE and real satellites location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Planned orbit and generate satellites location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Generate both orbit and satellites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Amazon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TLE and real satellites location</a:t>
                      </a:r>
                      <a:endParaRPr lang="zh-CN" altLang="en-US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Planned orbit and generate satellites location</a:t>
                      </a:r>
                      <a:endParaRPr lang="en-US" altLang="zh-CN" sz="1800"/>
                    </a:p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Generate both orbit and satellites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75945" y="19494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Satellites: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微信图片_20261003173944_102_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" y="80010"/>
            <a:ext cx="5219700" cy="641731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062345" y="1392555"/>
            <a:ext cx="62985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Model Input: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SINR; SNR; INR and Angle between A and A2, B2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Every time slots all satellites location during [T-n, T+m], T is current time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6276975" y="320675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highlight>
                  <a:srgbClr val="FFFF00"/>
                </a:highlight>
              </a:rPr>
              <a:t>Check if its using register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>
                <a:highlight>
                  <a:srgbClr val="FFFF00"/>
                </a:highlight>
              </a:rPr>
              <a:t>3gpp beam search</a:t>
            </a:r>
            <a:endParaRPr lang="en-US" altLang="zh-CN">
              <a:highlight>
                <a:srgbClr val="FFFF00"/>
              </a:highlight>
            </a:endParaRPr>
          </a:p>
          <a:p>
            <a:r>
              <a:rPr lang="en-US" altLang="zh-CN">
                <a:highlight>
                  <a:srgbClr val="FFFF00"/>
                </a:highlight>
              </a:rPr>
              <a:t> </a:t>
            </a:r>
            <a:endParaRPr lang="en-US" altLang="zh-CN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142240" y="15430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Data generation: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1888490" y="555625"/>
            <a:ext cx="96113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altLang="zh-CN"/>
              <a:t>Initial: 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Victim = “Starlink” ; Aggressor = “Amazon”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Aggressor choose certain strategy to pick satellites (longest connection above certain sinr_min)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Victim initial using some strategy (Can be same as above)</a:t>
            </a:r>
            <a:endParaRPr lang="en-US" altLang="zh-CN"/>
          </a:p>
          <a:p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1959610" y="1820545"/>
            <a:ext cx="98107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altLang="zh-CN"/>
              <a:t>Satellite Handover Trigger: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For a fixed sliding time window T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Three SINR area: [sinr_minl, </a:t>
            </a:r>
            <a:r>
              <a:rPr lang="en-US" altLang="zh-CN">
                <a:sym typeface="+mn-ea"/>
              </a:rPr>
              <a:t>sinr_min+3], [sinr_min+3, sinr_min+6], </a:t>
            </a:r>
            <a:r>
              <a:rPr lang="en-US" altLang="zh-CN">
                <a:sym typeface="+mn-ea"/>
              </a:rPr>
              <a:t> [sinr_min+6, ~]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Correspoding 3, 2, 1 points, below sinr_min is 5 points</a:t>
            </a:r>
            <a:endParaRPr lang="en-US" altLang="zh-CN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Accumulate to 10 points, Trigger the </a:t>
            </a:r>
            <a:r>
              <a:rPr lang="en-US" altLang="zh-CN">
                <a:sym typeface="+mn-ea"/>
              </a:rPr>
              <a:t>Victim hand over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2012950" y="3418205"/>
            <a:ext cx="98107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None/>
            </a:pPr>
            <a:r>
              <a:rPr lang="en-US" altLang="zh-CN"/>
              <a:t>Victim Handover strategy: 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Not decided yet, for now using Random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Aggressor always using a fixed strategy</a:t>
            </a:r>
            <a:endParaRPr lang="en-US" altLang="zh-CN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988820" y="4461510"/>
                <a:ext cx="9810750" cy="17532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0">
                  <a:buNone/>
                </a:pPr>
                <a:r>
                  <a:rPr lang="en-US" altLang="zh-CN"/>
                  <a:t>Handover evaluation: </a:t>
                </a:r>
                <a:endParaRPr lang="en-US" altLang="zh-CN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After randomly pick the next time slot satellite: </a:t>
                </a:r>
                <a:endParaRPr lang="en-US" altLang="zh-CN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Connection Duration T_d until next handover triggered by above points</a:t>
                </a:r>
                <a:endParaRPr lang="en-US" altLang="zh-CN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/>
                  <a:t>Every time slot sinr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𝛾</m:t>
                    </m:r>
                  </m:oMath>
                </a14:m>
                <a:endParaRPr lang="en-US" altLang="zh-CN" i="1"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HD =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𝛼</m:t>
                    </m:r>
                  </m:oMath>
                </a14:m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</a:rPr>
                  <a:t>* </a:t>
                </a:r>
                <a:r>
                  <a:rPr lang="en-US" altLang="zh-CN">
                    <a:sym typeface="+mn-ea"/>
                  </a:rPr>
                  <a:t>T_d+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  <a:sym typeface="+mn-ea"/>
                      </a:rPr>
                      <m:t>𝛽</m:t>
                    </m:r>
                    <m:nary>
                      <m:naryPr>
                        <m:chr m:val="∑"/>
                        <m:limLoc m:val="subSup"/>
                        <m:subHide m:val="on"/>
                        <m:supHide m:val="o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𝛾</m:t>
                        </m:r>
                      </m:e>
                    </m:nary>
                  </m:oMath>
                </a14:m>
                <a:endParaRPr lang="en-US" altLang="zh-CN" i="1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i="1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HD 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using for later training: Higher the better or Success/Fail based on a threshold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820" y="4461510"/>
                <a:ext cx="9810750" cy="175323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30*332"/>
  <p:tag name="TABLE_ENDDRAG_RECT" val="76*92*830*332"/>
</p:tagLst>
</file>

<file path=ppt/tags/tag2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1311</Words>
  <Application>WPS 演示</Application>
  <PresentationFormat>宽屏</PresentationFormat>
  <Paragraphs>58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Calibri</vt:lpstr>
      <vt:lpstr>Microsoft YaHei</vt:lpstr>
      <vt:lpstr>Arial Unicode MS</vt:lpstr>
      <vt:lpstr>Cambria Math</vt:lpstr>
      <vt:lpstr>MS Mincho</vt:lpstr>
      <vt:lpstr>Segoe Print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one</cp:lastModifiedBy>
  <cp:revision>10</cp:revision>
  <dcterms:created xsi:type="dcterms:W3CDTF">2023-08-09T12:44:00Z</dcterms:created>
  <dcterms:modified xsi:type="dcterms:W3CDTF">2026-10-05T14:56:28Z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C6387180EB15431EBB43B05D6C6BC870_12</vt:lpwstr>
  </property>
</Properties>
</file>